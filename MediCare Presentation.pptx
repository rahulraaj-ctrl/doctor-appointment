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  <p:sldId id="27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175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90800" y="3518446"/>
            <a:ext cx="3881119" cy="723751"/>
          </a:xfrm>
          <a:prstGeom prst="rect">
            <a:avLst/>
          </a:prstGeom>
          <a:noFill/>
          <a:ln w="1905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59952" y="901154"/>
            <a:ext cx="262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3126971" y="1739354"/>
            <a:ext cx="28900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Appointment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546409" y="2821335"/>
            <a:ext cx="205103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MERN Stack Application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789359" y="3842296"/>
            <a:ext cx="356513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89359" y="4055566"/>
            <a:ext cx="356513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Rahul Raj • Kushal Chauhan • Vishal Jayswal • Amit Kumar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healthcare appointment booking platform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authentication system (Patient, Doctor, Admin)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appointment management with status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rating and patient review system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appointment booking is time-consuming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platform for doctor-patient communication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in managing patient medical history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real-time appointment status updates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React, Vite, Tailwind CSS, React DatePicker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Node.js, Express, MongoDB, Mongoose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JWT (JSON Web Tokens), BCryptjs for password hashing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Axios, CORS, dotenv, Express Validator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1634"/>
            <a:ext cx="7924800" cy="1234380"/>
          </a:xfrm>
          <a:prstGeom prst="roundRect">
            <a:avLst>
              <a:gd name="adj" fmla="val 43547"/>
            </a:avLst>
          </a:prstGeom>
          <a:solidFill>
            <a:srgbClr val="252D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95430"/>
            <a:ext cx="7924800" cy="1234380"/>
          </a:xfrm>
          <a:prstGeom prst="roundRect">
            <a:avLst>
              <a:gd name="adj" fmla="val 43547"/>
            </a:avLst>
          </a:prstGeom>
          <a:solidFill>
            <a:srgbClr val="252D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04100"/>
            <a:ext cx="7924800" cy="1234381"/>
          </a:xfrm>
          <a:prstGeom prst="roundRect">
            <a:avLst>
              <a:gd name="adj" fmla="val 43547"/>
            </a:avLst>
          </a:prstGeom>
          <a:solidFill>
            <a:srgbClr val="252D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95547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575518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Patient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4913" y="883692"/>
            <a:ext cx="73152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appointments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appointment history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and review doctors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84913" y="1933416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⚕️ Doctor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0618" y="2322935"/>
            <a:ext cx="73152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appointments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Approve/Reject bookings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patient ratings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73252" y="3497069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Admin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4483" y="3730754"/>
            <a:ext cx="7315200" cy="948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Add/manage doctors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analytics</a:t>
            </a:r>
            <a:endParaRPr lang="en-US" sz="105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platform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2"/>
            <a:ext cx="7924800" cy="1557434"/>
          </a:xfrm>
          <a:prstGeom prst="roundRect">
            <a:avLst>
              <a:gd name="adj" fmla="val 38403"/>
            </a:avLst>
          </a:prstGeom>
          <a:solidFill>
            <a:srgbClr val="252D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41512"/>
            <a:ext cx="7924800" cy="1904851"/>
          </a:xfrm>
          <a:prstGeom prst="roundRect">
            <a:avLst>
              <a:gd name="adj" fmla="val 38403"/>
            </a:avLst>
          </a:prstGeom>
          <a:solidFill>
            <a:srgbClr val="252D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1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1874341"/>
            <a:ext cx="73152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email, password (hashed)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(patient/doctor/admin)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(for doctors)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605" y="3200363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3609169"/>
            <a:ext cx="7315200" cy="1051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patient, doctor references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time, status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rating, review, reason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registers with email, password, and role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hashed using BCryptjs (10 salt rounds)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 generated on login (stored in localStorage)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included in Authorization header for API requests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verifies token on protected routes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/ Login to access dashboard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doctor by specialty and view availability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appointment date, time, and reason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appointment status (pending → approved → completed)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and review doctor after 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and view incoming appointment requests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pending appointments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completed appointments after consultation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patient ratings and reviews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appointment history and performance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total patients, doctors, and appointments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appointment statuses (pending, approved, completed)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popular specializations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doctor ratings and performance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doctors to the platform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561"/>
            <a:ext cx="7924800" cy="942380"/>
          </a:xfrm>
          <a:prstGeom prst="roundRect">
            <a:avLst>
              <a:gd name="adj" fmla="val 77625"/>
            </a:avLst>
          </a:prstGeom>
          <a:solidFill>
            <a:srgbClr val="252D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20541"/>
            <a:ext cx="7924800" cy="942380"/>
          </a:xfrm>
          <a:prstGeom prst="roundRect">
            <a:avLst>
              <a:gd name="adj" fmla="val 77625"/>
            </a:avLst>
          </a:prstGeom>
          <a:solidFill>
            <a:srgbClr val="252D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91520"/>
            <a:ext cx="7924800" cy="942380"/>
          </a:xfrm>
          <a:prstGeom prst="roundRect">
            <a:avLst>
              <a:gd name="adj" fmla="val 77625"/>
            </a:avLst>
          </a:prstGeom>
          <a:solidFill>
            <a:srgbClr val="252D4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1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Security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451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auth, password hashing, role-based access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8200" y="264914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Analytics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923431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 with metrics and trends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38200" y="3820120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Reviews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94411"/>
            <a:ext cx="76169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system for doctor quality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Endpoints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5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 /api/auth/register, POST /api/auth/login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/api/appointments, POST /api/appointments/book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PUT /api/appointments/:id/status, POST /api/appointments/:id/review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/api/admin/doctors, POST /api/admin/doctors</a:t>
            </a:r>
            <a:endParaRPr lang="en-US" sz="1400" dirty="0"/>
          </a:p>
          <a:p>
            <a:pPr marL="342900" indent="-342900">
              <a:lnSpc>
                <a:spcPts val="189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/api/admin/analytics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Hero, features, CTAs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Pages: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Login, Register with validation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Patient, Doctor, Admin with role-based views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Modals, timelines, forms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consultation integration (Zoom/Meet API)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SMS/Email notifications for appointments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 integration (Stripe/Razorpay)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development (React Native)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doctor recommendations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Vercel, Netlify, or GitHub Pages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Heroku, Railway, or AWS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MongoDB Atlas Cloud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.env configuration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65815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35972" y="609600"/>
            <a:ext cx="187205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17418" y="1863179"/>
            <a:ext cx="130916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MediCare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104708" y="2255490"/>
            <a:ext cx="3413050" cy="1325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Rahul Raj</a:t>
            </a:r>
            <a:endParaRPr lang="en-US" sz="1200" dirty="0"/>
          </a:p>
          <a:p>
            <a:pPr marL="342900" indent="-342900" algn="ctr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Kushal Chauhan</a:t>
            </a:r>
            <a:endParaRPr lang="en-US" sz="1200" dirty="0"/>
          </a:p>
          <a:p>
            <a:pPr marL="342900" indent="-342900" algn="ctr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Vishal Jayswal</a:t>
            </a:r>
            <a:endParaRPr lang="en-US" sz="1200" dirty="0"/>
          </a:p>
          <a:p>
            <a:pPr marL="342900" indent="-342900" algn="ctr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Amit Kumar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17418" y="3809851"/>
            <a:ext cx="13091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589</Words>
  <Application>Microsoft Office PowerPoint</Application>
  <PresentationFormat>On-screen Show (16:9)</PresentationFormat>
  <Paragraphs>117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Rahul Raj</cp:lastModifiedBy>
  <cp:revision>5</cp:revision>
  <dcterms:created xsi:type="dcterms:W3CDTF">2025-12-10T05:52:50Z</dcterms:created>
  <dcterms:modified xsi:type="dcterms:W3CDTF">2025-12-12T12:18:20Z</dcterms:modified>
</cp:coreProperties>
</file>